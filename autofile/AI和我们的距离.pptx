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0362895" cy="182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AI和我们的距离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22D3EE"/>
                </a:solidFill>
              </a:defRPr>
            </a:pPr>
            <a:r>
              <a:t>专业演示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8FAFC"/>
                </a:solidFill>
              </a:defRPr>
            </a:pPr>
            <a:r>
              <a:t>• AI和我们的距离</a:t>
            </a:r>
          </a:p>
          <a:p>
            <a:pPr>
              <a:spcAft>
                <a:spcPts val="1200"/>
              </a:spcAft>
              <a:defRPr sz="2200">
                <a:solidFill>
                  <a:srgbClr val="F8FAFC"/>
                </a:solidFill>
              </a:defRPr>
            </a:pPr>
            <a:r>
              <a:t>• 1. AI的发展历程 - 从图灵测试到深度学习</a:t>
            </a:r>
          </a:p>
          <a:p>
            <a:pPr>
              <a:spcAft>
                <a:spcPts val="1200"/>
              </a:spcAft>
              <a:defRPr sz="2200">
                <a:solidFill>
                  <a:srgbClr val="F8FAFC"/>
                </a:solidFill>
              </a:defRPr>
            </a:pPr>
            <a:r>
              <a:t>• 2. AI在日常生活中的应用 - 智能家居、语音助手、推荐系统</a:t>
            </a:r>
          </a:p>
          <a:p>
            <a:pPr>
              <a:spcAft>
                <a:spcPts val="1200"/>
              </a:spcAft>
              <a:defRPr sz="2200">
                <a:solidFill>
                  <a:srgbClr val="F8FAFC"/>
                </a:solidFill>
              </a:defRPr>
            </a:pPr>
            <a:r>
              <a:t>• 3. AI对工作的影响 - 自动化、职业技能转型、人机协作</a:t>
            </a:r>
          </a:p>
          <a:p>
            <a:pPr>
              <a:spcAft>
                <a:spcPts val="1200"/>
              </a:spcAft>
              <a:defRPr sz="2200">
                <a:solidFill>
                  <a:srgbClr val="F8FAFC"/>
                </a:solidFill>
              </a:defRPr>
            </a:pPr>
            <a:r>
              <a:t>• 4. AI的伦理与隐私 - 数据安全、算法偏见、责任归属</a:t>
            </a:r>
          </a:p>
          <a:p>
            <a:pPr>
              <a:spcAft>
                <a:spcPts val="1200"/>
              </a:spcAft>
              <a:defRPr sz="2200">
                <a:solidFill>
                  <a:srgbClr val="F8FAFC"/>
                </a:solidFill>
              </a:defRPr>
            </a:pPr>
            <a:r>
              <a:t>• 5. AI的未来展望 - 通用AI的可能性与人机共生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第1部分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28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579"/>
                <a:gridCol w="2072579"/>
                <a:gridCol w="2072579"/>
                <a:gridCol w="2072579"/>
                <a:gridCol w="2072579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应用领域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具体应用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普及程度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智能家居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语音助手、智能温控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出行导航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实时路况、路线规划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娱乐内容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推荐算法、流媒体服务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金融服务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风险评估、欺诈检测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中高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医疗健康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影像诊断、健康监测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第2部分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28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579"/>
                <a:gridCol w="2072579"/>
                <a:gridCol w="2072579"/>
                <a:gridCol w="2072579"/>
                <a:gridCol w="2072579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应用领域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渗透程度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日常生活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智能音箱、推荐系统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医疗健康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辅助诊断、药物研发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中高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金融服务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风险评估、智能客服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教育学习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个性化学习、智能批改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工业生产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智能制造、预测维护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中高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第3部分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28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149"/>
                <a:gridCol w="1727149"/>
                <a:gridCol w="1727149"/>
                <a:gridCol w="1727149"/>
                <a:gridCol w="1727149"/>
                <a:gridCol w="172715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应用领域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核心技术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落地场景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成熟度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智能交通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计算机视觉、传感器融合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自动驾驶、智慧信号灯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试点推广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医疗健康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深度学习、医学影像分析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辅助诊断、药物研发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局部应用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金融服务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机器学习、知识图谱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智能风控、欺诈检测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规模应用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智能制造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工业机器人、预测性维护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柔性生产线、质量检测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逐步普及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教育培训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自然语言处理、自适应学习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个性化辅导、智能批改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探索阶段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第4部分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28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579"/>
                <a:gridCol w="2072579"/>
                <a:gridCol w="2072579"/>
                <a:gridCol w="2072579"/>
                <a:gridCol w="2072579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应用领域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渗透率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主要应用形式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智能推荐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电商、视频、社交媒体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语音助手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手机、音箱、车载系统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智能客服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在线服务、电话支持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自动驾驶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辅助驾驶、智能泊车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医疗诊断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影像分析、辅助决策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第5部分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28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149"/>
                <a:gridCol w="1727149"/>
                <a:gridCol w="1727149"/>
                <a:gridCol w="1727149"/>
                <a:gridCol w="1727149"/>
                <a:gridCol w="172715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职业类别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替代风险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增强机会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人机协作重点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客服代表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AI处理常见问题，人工处理复杂情况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设计师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AI生成初稿，人类进行创意决策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程序员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AI辅助编码调试，人类负责架构设计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医疗助理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AI辅助诊断，人类负责治疗决策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教师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AI个性化教学，人类负责品格教育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第6部分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28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149"/>
                <a:gridCol w="1727149"/>
                <a:gridCol w="1727149"/>
                <a:gridCol w="1727149"/>
                <a:gridCol w="1727149"/>
                <a:gridCol w="172715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行业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主要应用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渗透率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成熟度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互联网/科技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智能推荐、内容审核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金融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风控建模、智能客服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医疗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影像诊断、药物研发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制造业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智能质检、预测维护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教育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个性化学习、智能批改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中低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交通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自动驾驶、交通优化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中低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第7部分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28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579"/>
                <a:gridCol w="2072579"/>
                <a:gridCol w="2072579"/>
                <a:gridCol w="2072579"/>
                <a:gridCol w="2072579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应用领域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普及程度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智能家居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智能音箱、扫地机器人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医疗健康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辅助诊断、药物研发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金融服务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风险评估、智能投顾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教育领域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个性化学习、智能批改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交通出行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自动驾驶、智能导航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中高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总结与下一步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28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149"/>
                <a:gridCol w="1727149"/>
                <a:gridCol w="1727149"/>
                <a:gridCol w="1727149"/>
                <a:gridCol w="1727149"/>
                <a:gridCol w="172715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群体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AI了解程度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常用工具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周均节省时间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--------------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AI从业者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深入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ChatGPT、Midjourney、编程框架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15小时+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积极学习者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基础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ChatGPT、文心一言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5-10小时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普通用户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很少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手机AI功能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1-3小时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未接触者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0小时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2D3EE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