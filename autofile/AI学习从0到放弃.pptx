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AI学习从0到放弃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F8FAFC"/>
                </a:solidFill>
              </a:defRPr>
            </a:pPr>
            <a:r>
              <a:t>• 议程一</a:t>
            </a:r>
          </a:p>
          <a:p>
            <a:pPr>
              <a:spcAft>
                <a:spcPts val="1000"/>
              </a:spcAft>
              <a:defRPr sz="2200">
                <a:solidFill>
                  <a:srgbClr val="F8FAFC"/>
                </a:solidFill>
              </a:defRPr>
            </a:pPr>
            <a:r>
              <a:t>• 议程二</a:t>
            </a:r>
          </a:p>
          <a:p>
            <a:pPr>
              <a:spcAft>
                <a:spcPts val="1000"/>
              </a:spcAft>
              <a:defRPr sz="2200">
                <a:solidFill>
                  <a:srgbClr val="F8FAFC"/>
                </a:solidFill>
              </a:defRPr>
            </a:pPr>
            <a:r>
              <a:t>• 议程三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F8FAFC"/>
                </a:solidFill>
              </a:defRPr>
            </a:pPr>
            <a:r>
              <a:t>• 要点 1</a:t>
            </a:r>
          </a:p>
          <a:p>
            <a:pPr>
              <a:spcAft>
                <a:spcPts val="1000"/>
              </a:spcAft>
              <a:defRPr sz="2200">
                <a:solidFill>
                  <a:srgbClr val="F8FAFC"/>
                </a:solidFill>
              </a:defRPr>
            </a:pPr>
            <a:r>
              <a:t>• 要点 2</a:t>
            </a:r>
          </a:p>
          <a:p>
            <a:pPr>
              <a:spcAft>
                <a:spcPts val="1000"/>
              </a:spcAft>
              <a:defRPr sz="2200">
                <a:solidFill>
                  <a:srgbClr val="F8FAFC"/>
                </a:solidFill>
              </a:defRPr>
            </a:pPr>
            <a:r>
              <a:t>• 要点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Core Concepts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F8FAFC"/>
                </a:solidFill>
              </a:defRPr>
            </a:pPr>
            <a:r>
              <a:t>• 功能 1</a:t>
            </a:r>
          </a:p>
          <a:p>
            <a:pPr>
              <a:spcAft>
                <a:spcPts val="1000"/>
              </a:spcAft>
              <a:defRPr sz="2200">
                <a:solidFill>
                  <a:srgbClr val="F8FAFC"/>
                </a:solidFill>
              </a:defRPr>
            </a:pPr>
            <a:r>
              <a:t>• 功能 2</a:t>
            </a:r>
          </a:p>
          <a:p>
            <a:pPr>
              <a:spcAft>
                <a:spcPts val="1000"/>
              </a:spcAft>
              <a:defRPr sz="2200">
                <a:solidFill>
                  <a:srgbClr val="F8FAFC"/>
                </a:solidFill>
              </a:defRPr>
            </a:pPr>
            <a:r>
              <a:t>• 功能 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F8FAFC"/>
                </a:solidFill>
              </a:defRPr>
            </a:pPr>
            <a:r>
              <a:t>• 要点 1</a:t>
            </a:r>
          </a:p>
          <a:p>
            <a:pPr>
              <a:spcAft>
                <a:spcPts val="1000"/>
              </a:spcAft>
              <a:defRPr sz="2200">
                <a:solidFill>
                  <a:srgbClr val="F8FAFC"/>
                </a:solidFill>
              </a:defRPr>
            </a:pPr>
            <a:r>
              <a:t>• 要点 2</a:t>
            </a:r>
          </a:p>
          <a:p>
            <a:pPr>
              <a:spcAft>
                <a:spcPts val="1000"/>
              </a:spcAft>
              <a:defRPr sz="2200">
                <a:solidFill>
                  <a:srgbClr val="F8FAFC"/>
                </a:solidFill>
              </a:defRPr>
            </a:pPr>
            <a:r>
              <a:t>• 要点 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F8FAFC"/>
                </a:solidFill>
              </a:defRPr>
            </a:pPr>
            <a:r>
              <a:t>• 要点 1</a:t>
            </a:r>
          </a:p>
          <a:p>
            <a:pPr>
              <a:spcAft>
                <a:spcPts val="1000"/>
              </a:spcAft>
              <a:defRPr sz="2200">
                <a:solidFill>
                  <a:srgbClr val="F8FAFC"/>
                </a:solidFill>
              </a:defRPr>
            </a:pPr>
            <a:r>
              <a:t>• 要点 2</a:t>
            </a:r>
          </a:p>
          <a:p>
            <a:pPr>
              <a:spcAft>
                <a:spcPts val="1000"/>
              </a:spcAft>
              <a:defRPr sz="2200">
                <a:solidFill>
                  <a:srgbClr val="F8FAFC"/>
                </a:solidFill>
              </a:defRPr>
            </a:pPr>
            <a:r>
              <a:t>• 要点 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F8FAFC"/>
                </a:solidFill>
              </a:defRPr>
            </a:pPr>
            <a:r>
              <a:t>• 要点 1</a:t>
            </a:r>
          </a:p>
          <a:p>
            <a:pPr>
              <a:spcAft>
                <a:spcPts val="1000"/>
              </a:spcAft>
              <a:defRPr sz="2200">
                <a:solidFill>
                  <a:srgbClr val="F8FAFC"/>
                </a:solidFill>
              </a:defRPr>
            </a:pPr>
            <a:r>
              <a:t>• 要点 2</a:t>
            </a:r>
          </a:p>
          <a:p>
            <a:pPr>
              <a:spcAft>
                <a:spcPts val="1000"/>
              </a:spcAft>
              <a:defRPr sz="2200">
                <a:solidFill>
                  <a:srgbClr val="F8FAFC"/>
                </a:solidFill>
              </a:defRPr>
            </a:pPr>
            <a:r>
              <a:t>• 要点 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F8FAFC"/>
                </a:solidFill>
              </a:defRPr>
            </a:pPr>
            <a:r>
              <a:t>• 立即行动</a:t>
            </a:r>
          </a:p>
          <a:p>
            <a:pPr>
              <a:spcAft>
                <a:spcPts val="1000"/>
              </a:spcAft>
              <a:defRPr sz="2200">
                <a:solidFill>
                  <a:srgbClr val="F8FAFC"/>
                </a:solidFill>
              </a:defRPr>
            </a:pPr>
            <a:r>
              <a:t>• 联系我们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