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**：** 封面 – [公司名称]企业软件解决方案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封面 – [公司名称]企业软件解决方案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关键要点：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公司名称与Logo — 展示企业品牌标识，强化专业形象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演示主题 — "B2B企业软件解决方案：助力企业数字化转型与业务增长"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演讲信息 — 演讲人姓名、职位、联系方式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目标受众 — 针对[客户公司名称]企业高层管理者与决策者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核心价值主张 — "以创新技术驱动效率提升，为企业创造可持续竞争优势"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演示主题副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解决方案核心价值：阐述软件如何解决行业痛点，提升运营效率，降低综合成本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针对性功能模块：展示解决方核心功能，及其如何匹配客户具体业务场景和需求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客户成功案例：分享同行业标杆客户的实施案例及可量化的业务成果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实施路径与ROI：说明项目实施计划、周期安排及预期的投资回报效益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演示日期与演讲人信息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演示日期与演讲人信息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演示时间：2024年X月X日（星期X）上午/下午 X:XX – X:XX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主讲人姓名：XXX（姓名），职位：XXX（高级解决方案经理/产品总监）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演讲人资质：拥有X年B2B软件行业经验，成功服务超过XX家中大型企业客户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公司简介：我司是XX领域领先的软件解决方案提供商，已帮助500+企业实现数字化转型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联系信息：邮箱：xxx@company.com | 电话：XXXXXXXXXXX | 官网：www.company.com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客户公司名称（尊称）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客户背景：某行业领先企业，年营收规模XX亿元，员工数量XX人，业务覆盖全国XX个省市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合作痛点：传统业务流程效率低下，数据孤岛严重，决策缺乏实时数据支撑，运营成本居高不下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解决方案：提供定制化B2B软件平台，实现全流程数字化管理，集成CRM、ERP、数据分析等功能模块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实施成果：运营效率提升40%，人力成本降低25%，业务流程响应时间缩短60%，客户满意度提升至95%以上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客户评价："该解决方案帮助我们实现了数字化转型，显著提升了市场竞争力，是值得信赖的合作伙伴。"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**：** 议程概览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议程概览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解决方案概览  介绍我们的核心软件产品与价值主张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客户需求分析  深入了解贵司业务痛点与增长需求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产品功能演示  展示关键功能模块与集成能力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成功案例分享  行业领先客户的实施经验与成果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合作方案与下一步  定制化报价及实施路线图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2. 解决方案介绍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解决方案介绍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一站式集成平台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智能化数据分析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灵活定制与扩展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企业级安全与合规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快速部署与全程服务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3. 产品功能与优势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一站式集成平台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智能化业务流程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企业级安全架构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灵活定制与扩展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全渠道客户体验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4. 成功案例分享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成功案例分享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行业领先客户矩阵  覆盖金融、制造、零售、医疗等核心行业TOP10企业，累计服务500+中大型客户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可量化业务成果  平均提升运营效率40%，降低运营成本35%，客户留存率达98%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深度合作标杆  与某世界500强企业达成3年战略合作，部署覆盖全国200+分支机构的统一平台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客户真实评价  “该解决方案帮助我们实现了数字化转型，团队协作效率提升50%以上” ——某知名企业CTO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5. 合作方案与ROI分析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合作方案与ROI分析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灵活的合作模式：提供订阅制、永久授权及混合方案，满足不同规模企业的预算与需求，支持按需扩展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显著的ROI收益：基于行业基准，客户平均实现运营效率提升40%、人工成本降低30%、项目交付周期缩短25%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清晰的投入产出周期：平均投资回报周期为612个月，首年即可实现成本回收并产生正向现金流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量化价值体现：提供定制化的效益测算模型，涵盖人力节省、错误率下降、决策效率提升等12项核心指标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风险共担承诺：提供效果保障计划，若未达约定ROI目标，可提供额外服务支持或费用减免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**：** 客户挑战与痛点分析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客户挑战与痛点分析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信息孤岛与数据割裂 — 业务系统间缺乏互通，数据无法有效整合，导致决策效率低下，跨部门协作受阻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流程冗余与效率瓶颈 — 传统人工操作环节多、耗时长，容易出现人为错误，严重制约业务响应速度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成本居高不下 — 软硬件维护成本持续攀升，IT投入回报率低，企业面临资源浪费与预算紧张的双重压力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系统扩展性与灵活性不足 — 现有解决方案难以适应业务快速变化，定制化能力弱，无法满足企业成长需求</a:t>
            </a:r>
          </a:p>
          <a:p>
            <a:pPr>
              <a:spcAft>
                <a:spcPts val="1000"/>
              </a:spcAft>
              <a:defRPr sz="2200">
                <a:solidFill>
                  <a:srgbClr val="1F2937"/>
                </a:solidFill>
              </a:defRPr>
            </a:pPr>
            <a:r>
              <a:t>• 安全与合规风险 — 数据泄露威胁日益加剧，合规要求日趋严格，现有防护体系存在明显漏洞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