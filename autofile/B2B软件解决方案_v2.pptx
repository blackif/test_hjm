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1. 封面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演讲主题：B2B软件解决方案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演讲者姓名及职位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公司名称与标志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演示日期与地点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联系方式（电话/邮箱）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内容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1. 全流程数字化管理 - 整合销售、营销、客户服务于一体，实现业务流程端到端自动化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2. 智能数据分析驱动决策 - 实时可视化数据报表，精准洞察市场趋势与客户需求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3. 灵活定制与无缝集成 - 支持个性化配置，完美适配企业现有IT架构与工作流程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4. 企业级安全与稳定保障 - 银行级数据加密，多重备份机制，确保业务连续性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5. 显著降本增效成果 - 平均提升运营效率40%，降低人力成本30%以上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内容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1. 全流程数字化管理 — 整合从线索获取到成交回款的全链路，提升销售效率与透明度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2. 智能数据分析驱动决策 — 实时可视化业务数据，精准洞察市场趋势与客户需求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3. 灵活定制与系统集成 — 支持个性化配置，无缝对接企业现有CRM、ERP等管理系统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4. 企业级安全与稳定性 — 采用云端加密技术保障数据安全，7×24小时稳定运行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5. 成功案例与ROI承诺 — 已服务500+中大型企业，平均提升销售业绩30%以上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内容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高度可定制的功能模块，精准匹配企业业务需求。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强大的系统集成能力，实现跨平台数据无缝对接。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业界领先的安全合规体系，保障数据隐私与合规要求。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弹性云架构，支持快速横向扩展与业务增长。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全流程的实施与运维服务，帮助客户降低TCO并提升ROI。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内容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1. 深度行业定制：针对不同行业提供专属解决方案，满足垂直领域特殊需求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2. 无缝系统集成：支持与现有ERP、CRM等企业系统快速对接，打通数据孤岛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3. 企业级安全保障：采用多重加密与权限管控，确保敏感数据安全合规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4. 弹性扩展架构：支持按需扩容，灵活应对业务增长与变化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5. 全流程服务支持：从部署到运维提供全程专业服务，降低企业使用门槛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内容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提升业务运营效率，实现流程自动化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降低总体拥有成本（TCO），优化资源投入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可扩展的云架构，支持企业快速成长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符合行业安全标准，确保数据合规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快速部署与灵活集成，最小化实施风险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内容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1. 全流程自动化管理，显著提升运营效率，降低人工成本30%以上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2. 高度可扩展的模块化架构，灵活适配企业不同发展阶段需求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3. 企业级安全防护体系，保障数据合规与业务连续性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4. 深度行业定制方案，解决特定业务场景痛点，即插即用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5. 专业实施团队与全程技术支持，确保快速部署与平滑过渡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内容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一站式集成平台：统一管理多业务模块，消除信息孤岛，提升运营效率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灵活的定制化配置：支持按需调整工作流程和功能模块，适配不同行业场景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企业级安全与合规：采用多重加密、权限管理和审计机制，确保数据安全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快速部署与实施：标准化实施流程，缩短上线周期，快速实现业务价值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专业的客户成功团队：提供全程培训、技术支持和持续优化服务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