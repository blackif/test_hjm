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 升级项目通用方案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助力企业数字化转型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 | 2026 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执行摘要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升级必要性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SAP ECC 6.0 版本将于 2027 年结束主流支持，需提前规划升级至 S/4HANA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性能提升 40%、TCO 降低 30%、实时数据分析能力、简化 IT 架构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实施周期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 6-9 个月完成升级，包括准备、蓝图、实现、部署、支持五个阶段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项目背景与现状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当前系统痛点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ECC 6.0 版本老旧，功能受限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数据库性能瓶颈明显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报表响应时间过长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移动端支持不足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维护成本逐年上升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无法支持实时业务决策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数据分析能力滞后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用户体验亟待改善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合规性要求提升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数字化转型需求迫切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升级目标与范围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升级至 SAP S/4HANA 2023 最新版本，采用 HANA 内存数据库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业务范围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FI/CO、MM、SD、PP 核心模块，保留现有业务流程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集成范围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保持与 SRM、CRM、BW 等周边系统的接口集成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技术方案架构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应用层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HANA 内存数据库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基础设施层（云/本地/混合）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部署模式：推荐混合云架构，核心数据本地部署，应用层可扩展至云端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实施方法论 - SAP Activate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109728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项目启动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团队组建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环境准备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1554480" cy="1097280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需求调研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方案确认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554480" cy="109728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开发定制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554480" cy="1097280"/>
          </a:xfrm>
          <a:prstGeom prst="chevron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用户培训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数据迁移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1554480" cy="1097280"/>
          </a:xfrm>
          <a:prstGeom prst="chevron">
            <a:avLst/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上线支持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持续优化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知识转移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项目里程碑计划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2801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项目启动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828800"/>
            <a:ext cx="12801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蓝图确认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2801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开发完成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16 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128016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完成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22 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128016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26 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128016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项目关闭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36 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总周期：26 周上线 + 10 周支持期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资源计划与团队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项目组织结构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项目指导委员会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项目经理 (PM)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功能顾问团队 (5 人)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技术顾问团队 (3 人)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测试团队 (2 人)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人员投入计划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全职核心成员：8 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兼职业务用户：15 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外部顾问：4 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总人天：约 1,200 人天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峰值投入：第 12-20 周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风险评估与应对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技术风险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数据迁移复杂性高 → 提前进行数据清洗，多轮迁移演练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业务风险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业务流程变更阻力 → 加强变更管理，充分沟通培训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进度风险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关键资源冲突 → 提前锁定资源，建立备选方案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预算与投资回报 (3 年)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¥850 万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总投资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2004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性能提升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¥320 万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年节约成本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成功案例参考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案例一：某制造企业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行业：离散制造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规模：5000+ 用户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升级周期：8 个月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成果：报表速度提升 60%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库存周转率提升 25%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案例二：某零售企业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行业：零售连锁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规模：3000+ 用户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升级周期：6 个月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成果：月结时间从 5 天降至 1 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客户满意度提升 30%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下一步行动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待决策事项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项目预算审批、实施伙伴选型、项目团队任命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前置条件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基础设施评估、数据质量评估、业务流程梳理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建议时间表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周内完成决策，4 周内启动项目，Q3 完成上线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SAP 升级是企业数字化转型的关键一步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采用 SAP Activate 方法论确保项目成功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充分的准备和风险管理是成功的关键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预期 ROI：3 年内收回投资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| 欢迎提问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SAP Upgrade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升级项目通用方案</dc:title>
  <dc:subject>PptxGenJS Presentation</dc:subject>
  <dc:creator>Auto-PPT Generator</dc:creator>
  <cp:lastModifiedBy>Auto-PPT Generator</cp:lastModifiedBy>
  <cp:revision>1</cp:revision>
  <dcterms:created xsi:type="dcterms:W3CDTF">2026-03-15T05:58:21Z</dcterms:created>
  <dcterms:modified xsi:type="dcterms:W3CDTF">2026-03-15T05:58:21Z</dcterms:modified>
</cp:coreProperties>
</file>