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ABAP 简介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开发核心语言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技术培训 | 2026 年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ABAP 概述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全称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Business Application Programming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定位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平台专有编程语言，用于开发和定制 SAP 应用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应用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报表开发、数据接口、增强开发、工作流、表单等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ABAP 发展历史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554480" cy="1097280"/>
          </a:xfrm>
          <a:prstGeom prst="chevron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103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ABAP/4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第四代语言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R/2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828800"/>
            <a:ext cx="1554480" cy="1097280"/>
          </a:xfrm>
          <a:prstGeom prst="chevron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2103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310896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ABAP Objects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面向对象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R/3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1828800"/>
            <a:ext cx="1554480" cy="1097280"/>
          </a:xfrm>
          <a:prstGeom prst="chevron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2103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310896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NetWeaver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集成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94960" y="1828800"/>
            <a:ext cx="1554480" cy="1097280"/>
          </a:xfrm>
          <a:prstGeom prst="chevron">
            <a:avLst/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2103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310896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ABAP on HANA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内存计算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ABAP 语言特点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第四代语言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接近自然语言，语法简洁，业务导向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强类型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严格的数据类型检查，编译时错误检测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事件驱动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SAP 事件模型，响应式编程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663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集成性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983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 SAP 内核深度集成，直接访问数据库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开发环境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4572000"/>
          </a:xfrm>
          <a:prstGeom prst="rect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1188720"/>
            <a:ext cx="4114800" cy="457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ABAP Workbench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SE38 - ABAP 编辑器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SE80 - 对象导航器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SE11 - 数据字典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SE24 - 类构建器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SE51 - 屏幕绘制器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现代工具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ADT - ABAP Development Tools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Eclipse 集成开发环境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Git 版本控制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Transport 管理系统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数据类型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基本类型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C(字符)、N(数字)、I(整数)、P(打包数)、D(日期)、T(时间)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复杂类型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STRUCT(结构体)、TABLE(内表)、REF TO(引用)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数据字典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DDIC 中定义全局数据类型，可跨程序复用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控制结构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条件语句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IF...ELSEIF...ELSE...ENDIF、CASE...WHEN...ENDCASE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循环语句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DO...ENDDO、WHILE...ENDWHILE、LOOP AT...ENDLOOP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异常处理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TRY...CATCH...ENDTRY、RAISE EXCEPTION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函数模块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定义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可复用的独立代码单元，通过 SE37 创建和维护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参数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IMPORT(输入)、EXPORT(输出)、CHANGING(变更)、TABLES(表)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调用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FUNCTION 函数名 EXPORTING... IMPORTING... TABLES...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ALV 报表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全称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ABAP List Viewer，SAP 标准报表展示组件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功能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排序、过滤、汇总、导出 Excel、布局自定义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类型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简单列表、层次 ALV、树形 ALV、网格 ALV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BAPI 与 BADI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4572000"/>
          </a:xfrm>
          <a:prstGeom prst="rect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1188720"/>
            <a:ext cx="4114800" cy="457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BAPI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Business Application Programming Interface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SAP 标准业务接口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RFC 可远程调用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稳定向后兼容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Business Add-In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SAP 增强技术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面向对象设计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支持多实现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ABAP on HANA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代码推送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将计算逻辑推送到数据库层，减少数据传输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CDS 视图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Services，定义语义数据模型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AMDP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ABAP Managed Database Procedures，HANA 原生过程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663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性能提升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983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 HANA 内存计算，查询性能提升 10-100 倍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最佳实践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性能优化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 SELECT *、使用索引、批量处理、减少数据库访问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代码规范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遵循命名约定、添加注释、模块化设计、异常处理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安全编码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参数验证、SQL 注入防护、权限检查、数据脱敏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ABAP 开发者统计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 万+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全球开发者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万+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320040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行代码/项目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99%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94360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系统稳定性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总结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ABAP 是 SAP 生态系统的核心开发语言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从 ABAP/4 到 ABAP on HANA 持续演进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掌握 ABAP 是 SAP 开发者的必备技能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HANA 时代需要学习新的开发范式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| 欢迎提问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ABAP Introduction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ABAP 简介</dc:title>
  <dc:subject>PptxGenJS Presentation</dc:subject>
  <dc:creator>Auto-PPT Generator</dc:creator>
  <cp:lastModifiedBy>Auto-PPT Generator</cp:lastModifiedBy>
  <cp:revision>1</cp:revision>
  <dcterms:created xsi:type="dcterms:W3CDTF">2026-03-15T08:30:39Z</dcterms:created>
  <dcterms:modified xsi:type="dcterms:W3CDTF">2026-03-15T08:30:39Z</dcterms:modified>
</cp:coreProperties>
</file>