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人活着的意义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探索生命的价值与目的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哲学思考 | 2026 年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千古之问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人类永恒追问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从古至今，每个人都会问：为什么活着？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没有标准答案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这个问题没有唯一正确答案，每个人都有属于自己的答案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探索的价值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追问本身就有意义，思考让人成为人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哲学的视角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F2F2F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西方哲学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亚里士多德：追求幸福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尼采：成为你自己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萨特：存在先于本质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加缪：反抗荒谬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东方哲学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儒家：修身齐家治国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道家：顺应自然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佛家：解脱轮回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心学：致良知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宗教的视角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基督教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荣耀上帝，爱人如己，永生救赎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佛教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离苦得乐，觉悟成佛，普度众生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伊斯兰教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顺从真主，行善积德，后世归宿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道教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道法自然，清静无为，得道成仙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科学的视角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进化论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生存和繁衍是生物的本能目的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神经科学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意义感是大脑产生的主观体验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宇宙学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在浩瀚宇宙中，人类渺小但独特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物理学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我们是宇宙认识自己的方式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心理学的视角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F2F2F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马斯洛需求层次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生理需求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安全需求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归属与爱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尊重需求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自我实现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意义治疗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弗兰克尔：意义意志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发现生命意义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苦难中找意义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态度自由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意义的来源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13716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创造贡献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365760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关系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爱与被爱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0" y="1828800"/>
            <a:ext cx="3657600" cy="13716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成长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868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学习进步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801600" y="1828800"/>
            <a:ext cx="3657600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体验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8016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感受美好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创造意义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工作创造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通过职业劳动创造价值，帮助他人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艺术创作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用艺术表达内心，留下精神财富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知识贡献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研究探索，推动人类认知边界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社会服务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志愿服务，改善社会，造福他人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发现意义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体验美好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欣赏自然、艺术、音乐中的美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建立关系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与家人、朋友、爱人深度连接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帮助他人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在给予中感受被需要和价值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个人成长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学习新技能，成为更好的自己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传递意义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4572000"/>
          </a:xfrm>
          <a:prstGeom prst="rect">
            <a:avLst/>
          </a:prstGeom>
          <a:solidFill>
            <a:srgbClr val="F2F2F2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1188720"/>
            <a:ext cx="4114800" cy="457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给予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分享知识与经验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传递爱与关怀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留下精神财富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影响下一代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家族传统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文化价值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人生智慧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榜样力量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苦难与意义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苦难不可避免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痛苦是生命的一部分，无人能免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态度自由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无法控制遭遇，但可选择应对态度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苦难转化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痛苦可以转化为成长和深度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意义治疗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在苦难中找到意义，就能承受任何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活在当下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正念生活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专注此时此刻，不沉溺过去未来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68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感恩练习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788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每天记录三件值得感恩的事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深度体验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全身心投入每项活动，感受过程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365760" cy="36576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简化生活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983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减少杂念，专注于真正重要的事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反思问题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什么让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你感到充实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你想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2004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留下什么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何为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943600" y="3017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你的热爱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行动建议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554480" cy="1097280"/>
          </a:xfrm>
          <a:prstGeom prst="chevron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每天花 10 分钟静思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828800"/>
            <a:ext cx="1554480" cy="1097280"/>
          </a:xfrm>
          <a:prstGeom prst="chevron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写日记记录感悟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828800"/>
            <a:ext cx="1554480" cy="1097280"/>
          </a:xfrm>
          <a:prstGeom prst="chevron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尝试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探索新事物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1828800"/>
            <a:ext cx="1554480" cy="1097280"/>
          </a:xfrm>
          <a:prstGeom prst="chevron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9496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深化人际关系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828800"/>
            <a:ext cx="1554480" cy="1097280"/>
          </a:xfrm>
          <a:prstGeom prst="chevron">
            <a:avLst/>
          </a:prstGeom>
          <a:solidFill>
            <a:srgbClr val="2D2D2D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1031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贡献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31089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帮助需要的人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人活着的意义没有标准答案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意义需要自己去创造和发现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在关系中、工作中、成长中找到价值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活着本身就是意义，体验就是答案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愿你找到属于自己的意义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Philosophy Exploration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人活着的意义</dc:title>
  <dc:subject>PptxGenJS Presentation</dc:subject>
  <dc:creator>Auto-PPT Generator</dc:creator>
  <cp:lastModifiedBy>Auto-PPT Generator</cp:lastModifiedBy>
  <cp:revision>1</cp:revision>
  <dcterms:created xsi:type="dcterms:W3CDTF">2026-03-15T11:32:49Z</dcterms:created>
  <dcterms:modified xsi:type="dcterms:W3CDTF">2026-03-15T11:32:49Z</dcterms:modified>
</cp:coreProperties>
</file>