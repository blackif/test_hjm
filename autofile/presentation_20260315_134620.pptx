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死亡的意义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理解死亡，珍惜生命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哲学思考 | 2026 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两种死亡观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终结论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死亡是生命的终点，一切归于虚无，因此活着时要尽情体验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转化论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死亡是生命的转化，精神或灵魂以另一种形式继续存在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死亡的三重意义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生物学意义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生命周期的自然结束，为新生命腾出空间和资源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心理学意义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促使人反思生命价值，产生存在性觉醒和成长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社会学意义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维系社会结构，传承文化价值，促进代际更替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面对死亡的四种态度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恐惧逃避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拒绝谈论死亡，回避相关话题，活在否认中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被动接受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承认死亡必然性，但消极等待，缺乏主动规划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理性面对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正视死亡现实，做好生前规划，安排后事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积极超越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将死亡视为老师，向死而生，活出深度和意义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哲学视角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F2F2F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西方哲学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苏格拉底：哲学是练习死亡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海德格尔：向死而生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加缪：反抗荒谬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东方哲学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庄子：鼓盆而歌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孔子：未知生焉知死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禅宗：生死一如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宗教视角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基督教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死亡是通往永生的门，信者得救，与神同在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佛教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死亡是轮回的一站，解脱生死是修行目标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道教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生死如昼夜循环，顺应自然，返璞归真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伊斯兰教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死亡是回归真主，后世审判决定永恒归宿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心理学视角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哀伤五阶段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否认、愤怒、讨价还价、抑郁、接受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意义治疗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弗兰克尔：在苦难和死亡中发现生命意义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存在心理学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死亡焦虑是成长的动力，直面死亡获得自由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核心洞见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有限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因死亡而珍贵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选择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2004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因死亡而自由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当下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因死亡而真实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哀伤与告别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允许悲伤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哀伤是爱的延续，不是需要治愈的疾病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寻找支持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家人、朋友、专业咨询师都是重要资源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纪念仪式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葬礼、追思会、纪念物帮助完成心理告别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继续生活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带着逝者的爱和记忆，继续有意义的生活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遗产与传承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F2F2F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物质遗产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财产分配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遗嘱规划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物品传承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数字遗产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精神遗产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价值观传递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人生智慧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家族故事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影响力延续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临终智慧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临终关怀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减轻痛苦，维护尊严，陪伴走过最后旅程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未完成事宜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道歉、道谢、道爱、道别，完成心理 closure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平静离世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接纳死亡，放下执念，安详走向生命终点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向死而生的实践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1097280"/>
          </a:xfrm>
          <a:prstGeom prst="chevron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觉察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意识到生命有限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1554480" cy="1097280"/>
          </a:xfrm>
          <a:prstGeom prst="chevron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审视当前生活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1554480" cy="109728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做出真实选择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1554480" cy="1097280"/>
          </a:xfrm>
          <a:prstGeom prst="chevron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活出想要的人生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828800"/>
            <a:ext cx="1554480" cy="1097280"/>
          </a:xfrm>
          <a:prstGeom prst="chevron">
            <a:avLst/>
          </a:prstGeom>
          <a:solidFill>
            <a:srgbClr val="2D2D2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珍惜每一天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珍惜当下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正念生活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专注此时此刻，充分体验每个瞬间的美好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深度关系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投入时间与所爱之人相处，建立真实连接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追求热爱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做真正喜欢的事，而非他人期待的事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简化生活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减少不必要的消耗，专注于真正重要的事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死亡不是生命的对立面，而是生命的一部分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理解死亡能帮助我们更好地活着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向死而生，活出真实、深度、有意义的人生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珍惜当下，爱护身边的人，做热爱的事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愿你找到生命的意义与平静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Philosophy Exploration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死亡的意义</dc:title>
  <dc:subject>PptxGenJS Presentation</dc:subject>
  <dc:creator>Auto-PPT Generator</dc:creator>
  <cp:lastModifiedBy>Auto-PPT Generator</cp:lastModifiedBy>
  <cp:revision>1</cp:revision>
  <dcterms:created xsi:type="dcterms:W3CDTF">2026-03-15T13:45:18Z</dcterms:created>
  <dcterms:modified xsi:type="dcterms:W3CDTF">2026-03-15T13:45:18Z</dcterms:modified>
</cp:coreProperties>
</file>