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人活着的意义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一场关于生命价值的哲学探索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哲学探讨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终极之问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人类数千年的追问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从古至今，哲学家、思想家、普通人都在思考这个问题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没有标准答案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每个人的成长背景、价值观、经历都不同，答案也各异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思考本身就有意义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追问的过程塑造了我们的思想和人格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历史视角：意义的演变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77724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7432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古代哲学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孔子：未知生，焉知死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27432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中世纪宗教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为神而活，追求救赎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27432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现代存在主义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萨特：存在先于本质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主要哲学流派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645920"/>
          </a:xfrm>
          <a:prstGeom prst="rect">
            <a:avLst/>
          </a:prstGeom>
          <a:solidFill>
            <a:srgbClr val="F7F9FC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享乐主义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追求快乐，避免痛苦。快乐是唯一内在的善。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功利主义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最大化整体幸福。为最多人谋求最大幸福。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4114800" cy="1645920"/>
          </a:xfrm>
          <a:prstGeom prst="rect">
            <a:avLst/>
          </a:prstGeom>
          <a:solidFill>
            <a:srgbClr val="F7F9FC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存在主义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存在先于本质。我们通过选择创造自己的意义。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虚无主义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840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生命本无固有意义。一切价值都是人为建构。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科学视角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生物学目标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生存与繁衍，基因传递是进化的核心驱动力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进化心理学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意义感是进化优势，帮助人类应对生存挑战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神经科学发现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意义感激活大脑特定区域，与奖赏系统相关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心理学观点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马斯洛需求层次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自我实现是最高需求，发挥潜能带来深层满足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维克多·弗兰克尔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意义疗法：寻找意义的意志是人类的基本动力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心流理论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全神贯注的沉浸体验带来深刻的满足感和意义感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文化差异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东方文化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集体主义，家族延续，为社会做贡献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西方文化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个人主义，自我实现，追求个人幸福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北欧模式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Lagom 理念：适度平衡，不多不少刚刚好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个人层面的意义来源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关系与爱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与家人、朋友、伴侣建立深度情感连接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工作与创造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通过工作贡献社会，创造价值获得成就感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成长与学习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持续学习新技能，成为更好的自己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体验与感受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品味生活的每一刻，感受当下的美好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如何找到人生意义？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反思练习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每周留出独处时间，思考什么对你真正重要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价值排序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列出你的核心价值观，按重要性排序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小步行动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从日常小事开始，实践你的价值观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寻求支持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与志同道合者交流，互相启发和支持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核心洞察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意义是主观的 —— 没有标准答案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意义是动态的 —— 随人生阶段变化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意义在于创造 —— 而非被动发现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286000"/>
            <a:ext cx="548640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欢迎提问与交流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371600"/>
            <a:ext cx="3657600" cy="3657600"/>
          </a:xfrm>
          <a:prstGeom prst="ellipse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愿你找到属于自己的人生意义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2026-03-15T03:40:03Z</dcterms:created>
  <dcterms:modified xsi:type="dcterms:W3CDTF">2026-03-15T03:40:03Z</dcterms:modified>
</cp:coreProperties>
</file>