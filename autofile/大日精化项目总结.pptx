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大日精化 SAP开发项目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9900"/>
                </a:solidFill>
              </a:defRPr>
            </a:pPr>
            <a:r>
              <a:t>项目总结报告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在数字化转型的大背景下，大日精化为了提升企业管理效率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优化业务流程，决定启动SAP系统开发项目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本项目旨在构建集成化、智能化的企业管理系统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实现财务、采购、库存、生产、销售等核心业务的统一管理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✅ 成功上线SAP系统，完成全模块部署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✅ 实现与原有系统的无缝对接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✅ 建立统一的数据管理平台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✅ 显著提升业务流程效率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🏆 获得客户高度认可，成为行业内标杆案例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我的贡献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【前期开发】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• 主导核心模块的架构设计与开发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• 完成关键业务逻辑的编码与测试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• 解决多个技术难点，保证项目进度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【后期运维】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• 负责系统日常运维与性能优化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• 快速响应并解决用户反馈问题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• 持续改进系统稳定性与用户体验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📊 模块数量：8个 → 10个 (125%)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📊 开发功能点：120个 → 156个 (130%)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📊 测试用例：300个 → 450个 (150%)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📊 上线时间：3个月 → 2.5个月 (117%)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📊 Bug解决率：95% → 99.2%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</a:defRPr>
            </a:pPr>
            <a:r>
              <a:t>• 📊 用户培训：200人次 → 280人次 (140%)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9900"/>
                </a:solidFill>
              </a:defRPr>
            </a:pPr>
            <a: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