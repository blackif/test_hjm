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DAA520"/>
                </a:solidFill>
              </a:defRPr>
            </a:pPr>
            <a:r>
              <a:t>🎉 开工大吉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新的一年 新的征程</a:t>
            </a:r>
            <a:br/>
            <a:r>
              <a:t>2026年度启动大会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AA520"/>
                </a:solidFill>
              </a:defRPr>
            </a:pPr>
            <a:r>
              <a:t>📋 会议议程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2025年工作回顾</a:t>
            </a:r>
          </a:p>
          <a:p>
            <a:pPr>
              <a:spcAft>
                <a:spcPts val="1200"/>
              </a:spcAft>
              <a:defRPr sz="2400"/>
            </a:pPr>
            <a:r>
              <a:t>• 2026年目标与愿景</a:t>
            </a:r>
          </a:p>
          <a:p>
            <a:pPr>
              <a:spcAft>
                <a:spcPts val="1200"/>
              </a:spcAft>
              <a:defRPr sz="2400"/>
            </a:pPr>
            <a:r>
              <a:t>• 团队介绍与分工</a:t>
            </a:r>
          </a:p>
          <a:p>
            <a:pPr>
              <a:spcAft>
                <a:spcPts val="1200"/>
              </a:spcAft>
              <a:defRPr sz="2400"/>
            </a:pPr>
            <a:r>
              <a:t>• 年度工作计划</a:t>
            </a:r>
          </a:p>
          <a:p>
            <a:pPr>
              <a:spcAft>
                <a:spcPts val="1200"/>
              </a:spcAft>
              <a:defRPr sz="2400"/>
            </a:pPr>
            <a:r>
              <a:t>• 重点项目建设</a:t>
            </a:r>
          </a:p>
          <a:p>
            <a:pPr>
              <a:spcAft>
                <a:spcPts val="1200"/>
              </a:spcAft>
              <a:defRPr sz="2400"/>
            </a:pPr>
            <a:r>
              <a:t>• 资源与支持需求</a:t>
            </a:r>
          </a:p>
          <a:p>
            <a:pPr>
              <a:spcAft>
                <a:spcPts val="1200"/>
              </a:spcAft>
              <a:defRPr sz="2400"/>
            </a:pPr>
            <a:r>
              <a:t>• 风险与应对策略</a:t>
            </a:r>
          </a:p>
          <a:p>
            <a:pPr>
              <a:spcAft>
                <a:spcPts val="1200"/>
              </a:spcAft>
              <a:defRPr sz="2400"/>
            </a:pPr>
            <a:r>
              <a:t>• 结语与展望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AA520"/>
                </a:solidFill>
              </a:defRPr>
            </a:pPr>
            <a:r>
              <a:t>📈 2025年工作回顾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完成重点项目 X 个</a:t>
            </a:r>
          </a:p>
          <a:p>
            <a:pPr>
              <a:spcAft>
                <a:spcPts val="1200"/>
              </a:spcAft>
              <a:defRPr sz="2400"/>
            </a:pPr>
            <a:r>
              <a:t>• 业务增长率达到 XX%</a:t>
            </a:r>
          </a:p>
          <a:p>
            <a:pPr>
              <a:spcAft>
                <a:spcPts val="1200"/>
              </a:spcAft>
              <a:defRPr sz="2400"/>
            </a:pPr>
            <a:r>
              <a:t>• 团队规模扩大到 XX 人</a:t>
            </a:r>
          </a:p>
          <a:p>
            <a:pPr>
              <a:spcAft>
                <a:spcPts val="1200"/>
              </a:spcAft>
              <a:defRPr sz="2400"/>
            </a:pPr>
            <a:r>
              <a:t>• 客户满意度提升至 XX%</a:t>
            </a:r>
          </a:p>
          <a:p>
            <a:pPr>
              <a:spcAft>
                <a:spcPts val="1200"/>
              </a:spcAft>
              <a:defRPr sz="2400"/>
            </a:pPr>
            <a:r>
              <a:t>• 技术创新取得突破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AA520"/>
                </a:solidFill>
              </a:defRPr>
            </a:pPr>
            <a:r>
              <a:t>🎯 2026年目标与愿景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业务目标：实现XX%增长</a:t>
            </a:r>
          </a:p>
          <a:p>
            <a:pPr>
              <a:spcAft>
                <a:spcPts val="1200"/>
              </a:spcAft>
              <a:defRPr sz="2400"/>
            </a:pPr>
            <a:r>
              <a:t>• 产品目标：发布X款新产品</a:t>
            </a:r>
          </a:p>
          <a:p>
            <a:pPr>
              <a:spcAft>
                <a:spcPts val="1200"/>
              </a:spcAft>
              <a:defRPr sz="2400"/>
            </a:pPr>
            <a:r>
              <a:t>• 团队目标：打造高效协作团队</a:t>
            </a:r>
          </a:p>
          <a:p>
            <a:pPr>
              <a:spcAft>
                <a:spcPts val="1200"/>
              </a:spcAft>
              <a:defRPr sz="2400"/>
            </a:pPr>
            <a:r>
              <a:t>• 客户目标：提升客户满意度至XX%</a:t>
            </a:r>
          </a:p>
          <a:p>
            <a:pPr>
              <a:spcAft>
                <a:spcPts val="1200"/>
              </a:spcAft>
              <a:defRPr sz="2400"/>
            </a:pPr>
            <a:r>
              <a:t>• 愿景：成为行业领军企业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AA520"/>
                </a:solidFill>
              </a:defRPr>
            </a:pPr>
            <a:r>
              <a:t>👥 团队介绍与分工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产品研发部：负责产品设计与开发</a:t>
            </a:r>
          </a:p>
          <a:p>
            <a:pPr>
              <a:spcAft>
                <a:spcPts val="1200"/>
              </a:spcAft>
              <a:defRPr sz="2400"/>
            </a:pPr>
            <a:r>
              <a:t>• 市场营销部：负责品牌推广与销售</a:t>
            </a:r>
          </a:p>
          <a:p>
            <a:pPr>
              <a:spcAft>
                <a:spcPts val="1200"/>
              </a:spcAft>
              <a:defRPr sz="2400"/>
            </a:pPr>
            <a:r>
              <a:t>• 客户服务部：负责客户支持与维护</a:t>
            </a:r>
          </a:p>
          <a:p>
            <a:pPr>
              <a:spcAft>
                <a:spcPts val="1200"/>
              </a:spcAft>
              <a:defRPr sz="2400"/>
            </a:pPr>
            <a:r>
              <a:t>• 运营管理部：负责日常运营管理</a:t>
            </a:r>
          </a:p>
          <a:p>
            <a:pPr>
              <a:spcAft>
                <a:spcPts val="1200"/>
              </a:spcAft>
              <a:defRPr sz="2400"/>
            </a:pPr>
            <a:r>
              <a:t>• 财务人力部：负责财务与人力资源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AA520"/>
                </a:solidFill>
              </a:defRPr>
            </a:pPr>
            <a:r>
              <a:t>📅 年度工作计划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Q1：制定年度计划，完成团队组建</a:t>
            </a:r>
          </a:p>
          <a:p>
            <a:pPr>
              <a:spcAft>
                <a:spcPts val="1200"/>
              </a:spcAft>
              <a:defRPr sz="2400"/>
            </a:pPr>
            <a:r>
              <a:t>• Q2：产品研发推进，市场预热</a:t>
            </a:r>
          </a:p>
          <a:p>
            <a:pPr>
              <a:spcAft>
                <a:spcPts val="1200"/>
              </a:spcAft>
              <a:defRPr sz="2400"/>
            </a:pPr>
            <a:r>
              <a:t>• Q3：产品上线，全面推广</a:t>
            </a:r>
          </a:p>
          <a:p>
            <a:pPr>
              <a:spcAft>
                <a:spcPts val="1200"/>
              </a:spcAft>
              <a:defRPr sz="2400"/>
            </a:pPr>
            <a:r>
              <a:t>• Q4：业绩冲刺，年度总结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AA520"/>
                </a:solidFill>
              </a:defRPr>
            </a:pPr>
            <a:r>
              <a:t>🚀 重点项目建设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项目A：核心产品升级</a:t>
            </a:r>
          </a:p>
          <a:p>
            <a:pPr>
              <a:spcAft>
                <a:spcPts val="1200"/>
              </a:spcAft>
              <a:defRPr sz="2400"/>
            </a:pPr>
            <a:r>
              <a:t>• 项目B：新市场开拓</a:t>
            </a:r>
          </a:p>
          <a:p>
            <a:pPr>
              <a:spcAft>
                <a:spcPts val="1200"/>
              </a:spcAft>
              <a:defRPr sz="2400"/>
            </a:pPr>
            <a:r>
              <a:t>• 项目C：数字化转型</a:t>
            </a:r>
          </a:p>
          <a:p>
            <a:pPr>
              <a:spcAft>
                <a:spcPts val="1200"/>
              </a:spcAft>
              <a:defRPr sz="2400"/>
            </a:pPr>
            <a:r>
              <a:t>• 项目D：客户服务体系优化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AA520"/>
                </a:solidFill>
              </a:defRPr>
            </a:pPr>
            <a:r>
              <a:t>💪 资源与支持需求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人力资源：招聘X名关键技术人才</a:t>
            </a:r>
          </a:p>
          <a:p>
            <a:pPr>
              <a:spcAft>
                <a:spcPts val="1200"/>
              </a:spcAft>
              <a:defRPr sz="2400"/>
            </a:pPr>
            <a:r>
              <a:t>• 预算支持：申请年度预算XX万元</a:t>
            </a:r>
          </a:p>
          <a:p>
            <a:pPr>
              <a:spcAft>
                <a:spcPts val="1200"/>
              </a:spcAft>
              <a:defRPr sz="2400"/>
            </a:pPr>
            <a:r>
              <a:t>• 技术支持：升级服务器与工具</a:t>
            </a:r>
          </a:p>
          <a:p>
            <a:pPr>
              <a:spcAft>
                <a:spcPts val="1200"/>
              </a:spcAft>
              <a:defRPr sz="2400"/>
            </a:pPr>
            <a:r>
              <a:t>• 培训支持：开展X场专业培训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AA520"/>
                </a:solidFill>
              </a:defRPr>
            </a:pPr>
            <a:r>
              <a:t>⚠️ 风险与应对策略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市场风险：加强市场调研，灵活调整策略</a:t>
            </a:r>
          </a:p>
          <a:p>
            <a:pPr>
              <a:spcAft>
                <a:spcPts val="1200"/>
              </a:spcAft>
              <a:defRPr sz="2400"/>
            </a:pPr>
            <a:r>
              <a:t>• 技术风险：加大研发投入，保持技术领先</a:t>
            </a:r>
          </a:p>
          <a:p>
            <a:pPr>
              <a:spcAft>
                <a:spcPts val="1200"/>
              </a:spcAft>
              <a:defRPr sz="2400"/>
            </a:pPr>
            <a:r>
              <a:t>• 人才风险：完善激励机制，留住核心人才</a:t>
            </a:r>
          </a:p>
          <a:p>
            <a:pPr>
              <a:spcAft>
                <a:spcPts val="1200"/>
              </a:spcAft>
              <a:defRPr sz="2400"/>
            </a:pPr>
            <a:r>
              <a:t>• 运营风险：优化流程，提高效率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DAA520"/>
                </a:solidFill>
              </a:defRPr>
            </a:pPr>
            <a:r>
              <a:t>🌟 携手共进 共创辉煌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2026 开工大吉！</a:t>
            </a:r>
            <a:br/>
            <a:r>
              <a:t>让我们一起加油！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