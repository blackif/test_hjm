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0362895" cy="18288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大日精化 SAP开发项目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项目总结报告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73152" cy="7315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19456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3291839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8912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48640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65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AA520"/>
                </a:solidFill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在数字化转型的大背景下，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大日精化为了提升企业管理效率、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优化业务流程，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决定启动SAP系统开发项目。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本项目旨在构建一套集成化、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智能化的企业管理系统。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91440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📋 企业数字化转型需求迫切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📋 原有系统存在信息孤岛问题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📋 业务流程需要标准化、规范化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📋 决策支持需要更精准数据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73152" cy="7315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19456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3291839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8912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48640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65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AA520"/>
                </a:solidFill>
              </a:defRPr>
            </a:pPr>
            <a:r>
              <a:t>项目成果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✅ 成功上线SAP系统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✅ 完成全模块部署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✅ 实现无缝对接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✅ 建立统一数据平台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✅ 显著提升业务效率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91440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🏆 获得客户高度认可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🏆 行业内标杆案例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🏆 深度合作奠定基础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73152" cy="7315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19456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3291839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8912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5486400"/>
            <a:ext cx="73152" cy="731520"/>
          </a:xfrm>
          <a:prstGeom prst="rect">
            <a:avLst/>
          </a:prstGeom>
          <a:solidFill>
            <a:srgbClr val="3399CC"/>
          </a:solidFill>
          <a:ln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65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AA520"/>
                </a:solidFill>
              </a:defRPr>
            </a:pPr>
            <a:r>
              <a:t>我的贡献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【前期开发】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• 主导核心模块架构设计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• 完成关键业务逻辑开发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• 解决多个技术难点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【后期运维】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• 系统日常运维与优化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• 快速响应用户反馈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• 持续改进用户体验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91440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💡 开发效率：提前完成任务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💡 代码质量：零重大故障</a:t>
            </a:r>
          </a:p>
          <a:p>
            <a:pPr>
              <a:spcAft>
                <a:spcPts val="1400"/>
              </a:spcAft>
              <a:defRPr sz="2000">
                <a:solidFill>
                  <a:srgbClr val="003366"/>
                </a:solidFill>
              </a:defRPr>
            </a:pPr>
            <a:r>
              <a:t>💡 客户满意度：持续高分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731520"/>
          </a:xfrm>
          <a:prstGeom prst="rect">
            <a:avLst/>
          </a:prstGeom>
          <a:solidFill>
            <a:srgbClr val="005293"/>
          </a:solidFill>
          <a:ln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63040"/>
            <a:ext cx="2743200" cy="731520"/>
          </a:xfrm>
          <a:prstGeom prst="rect">
            <a:avLst/>
          </a:prstGeom>
          <a:solidFill>
            <a:srgbClr val="005293"/>
          </a:solidFill>
          <a:ln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目标值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2743200" cy="731520"/>
          </a:xfrm>
          <a:prstGeom prst="rect">
            <a:avLst/>
          </a:prstGeom>
          <a:solidFill>
            <a:srgbClr val="005293"/>
          </a:solidFill>
          <a:ln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实际完成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463040"/>
            <a:ext cx="2743200" cy="731520"/>
          </a:xfrm>
          <a:prstGeom prst="rect">
            <a:avLst/>
          </a:prstGeom>
          <a:solidFill>
            <a:srgbClr val="005293"/>
          </a:solidFill>
          <a:ln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完成率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模块数量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8个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19456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10个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19456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开发功能点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92608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120个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92608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156个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92608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测试用例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65760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300个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65760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450个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65760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上线时间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38912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3个月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8912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2.5个月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438912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117%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Bug解决率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512064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95%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512064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99.2%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512064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104%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85216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用户培训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585216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200人次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585216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280人次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5852160"/>
            <a:ext cx="27432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3366"/>
                </a:solidFill>
              </a:defRPr>
            </a:pPr>
            <a:r>
              <a:t>140%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0362895" cy="18288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未来可期 继续努力！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